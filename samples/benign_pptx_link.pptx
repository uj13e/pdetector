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hyperlink" Target="https://example.com/docs?lang=en&amp;v=2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 Review</a:t>
            </a:r>
          </a:p>
        </p:txBody>
      </p:sp>
      <p:sp>
        <p:nvSpPr>
          <p:cNvPr id="3" name="Link to documentation"/>
          <p:cNvSpPr txBox="1"/>
          <p:nvPr/>
        </p:nvSpPr>
        <p:spPr>
          <a:xfrm>
            <a:off x="914400" y="18288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>
                <a:hlinkClick r:id="rId2"/>
              </a:rPr>
              <a:t>docs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